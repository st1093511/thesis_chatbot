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2E86DE">
              <a:alpha val="15000"/>
            </a:srgbClr>
          </a:solidFill>
          <a:ln w="12700">
            <a:solidFill>
              <a:srgbClr val="2E86D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1E3A6E">
              <a:alpha val="60000"/>
            </a:srgbClr>
          </a:solidFill>
          <a:ln w="12700">
            <a:solidFill>
              <a:srgbClr val="1E3A6E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Διπλωματική Εργασία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Ανάπτυξη Chatbot για
</a:t>
            </a:r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 &amp; Διαχείριση
</a:t>
            </a:r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Πληροφοριών από Βάση Δεδομένων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2004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Υβριδικό Σύστημα RAG + Text-to-SQL με FastAPI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41605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1605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41605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41605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Εισαγωγή &amp; Πρόβλημα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645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Πρόβλημα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463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χρήστες δυσκολεύονται να αναζητούν πληροφορίες από μεγάλες βάσεις δεδομένων χωρίς τεχνικές γνώσεις SQL.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34640"/>
            <a:ext cx="64008" cy="1645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Ανάπτυξη chatbot που δέχεται ερωτήσεις σε φυσική γλώσσα και επιστρέφει έξυπνα αποτελέσματα.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64008" cy="1645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Λύση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1463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Υβριδικό σύστημα: RAG για έγγραφα + Text-to-SQL για δομημένα δεδομένα, με αυτόματο Intent Router.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Αποτέλεσμα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Εύχρηστη web εφαρμογή με chat interface, γρήγορη απόκριση και εμφάνιση πηγών.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Θεωρητικό Υπόβαθρο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4114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Φυσικής Γλώσσας — κατανόηση &amp; ανάλυση κειμένου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37160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Μεγάλα Γλωσσικά Μοντέλα (GPT-4o-mini) — παραγωγή απαντήσεων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137160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αναζήτηση σε έγγραφα &amp; παραγωγή απάντησης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29184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Μετατροπή φυσικής γλώσσας σε SQL ερωτήματα αυτόματα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3464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329184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αποθήκευση &amp; σημασιολογική αναζήτηση embeddings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834640"/>
            <a:ext cx="27432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81928" y="329184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framework — REST API backend υψηλής απόδοσης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Αρχιτεκτονική Συστήματος — Hybrid RAG + 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Χρήστη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645920"/>
            <a:ext cx="4572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188720"/>
            <a:ext cx="1463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4572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188720"/>
            <a:ext cx="14630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4572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188720"/>
            <a:ext cx="14630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645920"/>
            <a:ext cx="4572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188720"/>
            <a:ext cx="1463040" cy="9144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188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Σύνθεση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ChromaDB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46120"/>
            <a:ext cx="64008" cy="1371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Φάση Indexing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Chunks → Embeddings → ChromaDB (εκτελείται μία φορά)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246120"/>
            <a:ext cx="64008" cy="1371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Φάση Query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→ Router → RAG ή SQL → LLM → Απάντηση + Πηγές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246120"/>
            <a:ext cx="64008" cy="13716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Φυσική γλώσσα → INSERT / UPDATE / DELETE στη βάση δεδομένων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Τεχνολογίες &amp; Εργαλεία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01168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310896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22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822960"/>
            <a:ext cx="329184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822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Ρόλος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34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234440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23444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234440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2344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API, υψηλή απόδοση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10512"/>
            <a:ext cx="201168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8105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1810512"/>
            <a:ext cx="31089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81051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GPT-4o-mini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810512"/>
            <a:ext cx="329184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8105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prompts, memory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8658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865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2386584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38658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OpenAI Embeddings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386584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3865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semantic retrieval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62656"/>
            <a:ext cx="201168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6265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2962656"/>
            <a:ext cx="31089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96265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+ SQLAlchemy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2962656"/>
            <a:ext cx="329184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96265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Text-to-SQL, CRUD operations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53872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387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68880" y="3538728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5387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3538728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353872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streaming responses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201168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1148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4114800"/>
            <a:ext cx="31089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1148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77840" y="4114800"/>
            <a:ext cx="329184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41148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Relevancy, Precision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Υλοποίηση — Backend (FastAPI)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4023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6400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61872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417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Κατάσταση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640080" cy="2926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756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2075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0756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→ Απάντηση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640080" cy="2926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3405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27340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/chat/stream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73405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απάντηση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92424"/>
            <a:ext cx="6400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924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61872" y="3392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/documents/count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339242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640080" cy="2926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507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61872" y="4050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40507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δεδομένων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68680"/>
            <a:ext cx="64008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Χαρακτηριστικά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1417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4173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417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Χειρισμός πολλών ταυτόχρονων ερωτήσεων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2075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0756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Απάντηση λέξη-λέξη (Server-Sent Events)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7340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2734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Loading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7340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RAG chain φορτώνει μία φορά στην εκκίνηση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33924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49240" y="33924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3924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Αυτόματη επιλογή RAG ή SQL ανά ερώτηση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0507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4050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Πηγές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40507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απάντηση συνοδεύεται από τις πηγές της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Υλοποίηση — Frontend (Chat Interface)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4023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Χαρακτηριστικά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ιστορικό συνομιλίας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965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απάντηση σε real-time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Εμφάνιση πηγών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κάθε απάντηση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επαγγελματικό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stats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 &amp; ερωτήσεις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160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προτεινόμενες ερωτήσεις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86868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868680"/>
            <a:ext cx="64008" cy="4023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Τεχνική Υλοποίηση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490472"/>
            <a:ext cx="164592" cy="164592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HTML/CSS/JS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εξαρτήσεις, γρήγορη φόρτωση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148840"/>
            <a:ext cx="164592" cy="164592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075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2075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από FastAPI /chat/stream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807208"/>
            <a:ext cx="164592" cy="164592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7340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27340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επικοινωνία με backend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465576"/>
            <a:ext cx="164592" cy="164592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Συνεκτικό dark theme palette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123944"/>
            <a:ext cx="164592" cy="164592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Σερβίρεται από FastAPI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StaticFiles mount — ένα μόνο URL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Αξιολόγηση Συστήματος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απάντηση βασίζεται στο context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68680"/>
            <a:ext cx="201168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50592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απάντηση αφορά την ερώτηση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6868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26864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chunks που βρέθηκαν είναι σχετικά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03136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6868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03136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Accuracy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Σωστά SQL ερωτήματα από φυσική γλώσσα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8595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64008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Μεθοδολογία Αξιολόγησης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429000"/>
            <a:ext cx="109728" cy="109728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3649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framework για αυτόματη αξιολόγηση RAG pipeline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685032"/>
            <a:ext cx="109728" cy="109728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2102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Χειροκίνητος έλεγχος 50 ερωτήσεων (αναζήτηση + CRUD)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941064"/>
            <a:ext cx="109728" cy="109728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87705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Μέτρηση χρόνου απόκρισης ανά τύπο ερωτήματος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197096"/>
            <a:ext cx="109728" cy="109728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1330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Σύγκριση RAG vs SQL accuracy σε διαφορετικά σενάρια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E86DE">
              <a:alpha val="12000"/>
            </a:srgbClr>
          </a:solidFill>
          <a:ln w="12700">
            <a:solidFill>
              <a:srgbClr val="2E86D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E3A6E">
              <a:alpha val="60000"/>
            </a:srgbClr>
          </a:solidFill>
          <a:ln w="12700">
            <a:solidFill>
              <a:srgbClr val="1E3A6E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Συμπεράσματα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Πετύχαμε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Λειτουργικό σύστημα —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chatbot με RAG + Text-to-SQL σε πραγματικό περιβάλλον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Φυσική γλώσσα —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671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χρήστης δεν χρειάζεται γνώσεις SQL ή τεχνικές δεξιότητες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169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169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Υβριδική αρχιτεκτονική —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9169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Αυτόματος Router — χειρισμός δομημένων &amp; αδόμητων δεδομένων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667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6667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δεδομένων —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66674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μέσω φυσικής γλώσσας — πέρα από απλή αναζήτηση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2E86DE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Μελλοντική Εργασία: Fine-tuning μοντέλου · Πολυγλωσσική υποστήριξη · Mobile εφαρμογή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2E86DE">
              <a:alpha val="8000"/>
            </a:srgbClr>
          </a:solidFill>
          <a:ln w="12700">
            <a:solidFill>
              <a:srgbClr val="2E86DE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 για την προσοχή σας!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2331720"/>
            <a:ext cx="36576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Ερωτήσεις;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402336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RAG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03904" y="402336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31536" y="402336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59168" y="402336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1E3A6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Ανάπτυξη Chatbot για Αναζήτηση και Διαχείριση Πληροφοριών</dc:title>
  <dc:subject>PptxGenJS Presentation</dc:subject>
  <dc:creator>PptxGenJS</dc:creator>
  <cp:lastModifiedBy>PptxGenJS</cp:lastModifiedBy>
  <cp:revision>1</cp:revision>
  <dcterms:created xsi:type="dcterms:W3CDTF">2026-03-12T11:42:55Z</dcterms:created>
  <dcterms:modified xsi:type="dcterms:W3CDTF">2026-03-12T11:42:55Z</dcterms:modified>
</cp:coreProperties>
</file>